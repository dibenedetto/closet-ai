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6DDC"/>
                </a:solidFill>
                <a:latin typeface="Calibri"/>
              </a:rPr>
              <a:t>PRE-ESAME · PROGETTO AI ECO-SOSTENIBILE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0" b="1" i="0">
                <a:solidFill>
                  <a:srgbClr val="1A1D27"/>
                </a:solidFill>
                <a:latin typeface="Calibri"/>
              </a:rPr>
              <a:t>ClosetAI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2F8F6E"/>
                </a:solidFill>
                <a:latin typeface="Calibri"/>
              </a:rPr>
              <a:t>Il guardaroba intelligente che ti aiuta a vestire meglio comprando meno.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182"/>
                </a:solidFill>
                <a:latin typeface="Calibri"/>
              </a:rPr>
              <a:t>Design per l'innovazione sostenibile — Università di Pisa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7182"/>
                </a:solidFill>
                <a:latin typeface="Calibri"/>
              </a:rPr>
              <a:t>Marco Di Benedetto · A.A.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01 · LA SFIDA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Compriamo troppi vestiti.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L'industria della moda è una delle più impattanti del pianeta.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4A6DDC"/>
                </a:solidFill>
                <a:latin typeface="Calibri"/>
              </a:rPr>
              <a:t>10%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delle emissioni globali
di CO₂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94A5C"/>
                </a:solidFill>
                <a:latin typeface="Calibri"/>
              </a:rPr>
              <a:t>5 mln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tonnellate di vestiti
buttati in Europa /anno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88B2E"/>
                </a:solidFill>
                <a:latin typeface="Calibri"/>
              </a:rPr>
              <a:t>7×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utilizzi medi di un
capo fast fashion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94A5C"/>
                </a:solidFill>
                <a:latin typeface="Calibri"/>
              </a:rPr>
              <a:t>40%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 guardaroba medio
non viene mai indossato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D27"/>
                </a:solidFill>
                <a:latin typeface="Calibri"/>
              </a:rPr>
              <a:t>A casa nostra, tre comportamenti ricorrenti: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09728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Compriamo d'impulso  — non sappiamo davvero cosa abbiamo già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Capi 'fantasma'  — vestiti dimenticati nell'armadio, mai indossati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Buttiamo invece di riparare, scambiare o donare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02 · LA SOLUZIONE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Un'app che fa tre cose, insieme.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4A6DDC"/>
                </a:solidFill>
                <a:latin typeface="Calibri"/>
              </a:rPr>
              <a:t>📷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Digitalizza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Fotografi un capo: l'app
lo cataloga in automatico
(categoria, colore).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4A6DDC"/>
                </a:solidFill>
                <a:latin typeface="Calibri"/>
              </a:rPr>
              <a:t>📊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Traccia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Un click per dire
'l'ho indossato oggi':
calcola quanto vale
ogni capo nel tempo.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2F8F6E"/>
                </a:solidFill>
                <a:latin typeface="Calibri"/>
              </a:rPr>
              <a:t>♻️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Allunga la vita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Quando un capo è 'stanco',
ti suggerisce di ripararlo,
scambiarlo, venderlo o donarlo.
Misura la CO₂ risparmiata.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2F8F6E"/>
                </a:solidFill>
                <a:latin typeface="Calibri"/>
              </a:rPr>
              <a:t>Tutto questo dentro un'unica esperienza, senza dover saltare tra app diverse.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03 · L'ESPERIENZA UTENTE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si usa, in pratica.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1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Fotografo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un nuovo capo
che ho comprato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6090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8892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2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L'app riconosce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categoria e colore
in automatico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0118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3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Indosso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il capo e clicco
'✓ oggi' nell'app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4146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948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4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Chiedo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'cosa metto oggi?'
mi propone outfit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174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0976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5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Vedo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il mio impatto
sulla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182"/>
                </a:solidFill>
                <a:latin typeface="Calibri"/>
              </a:rPr>
              <a:t>Nessun obbligo, nessun questionario. Tutto avviene con foto e tap.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2F8F6E"/>
                </a:solidFill>
                <a:latin typeface="Calibri"/>
              </a:rPr>
              <a:t>🪞  Estensione opzionale: uno specchio smart in camera mostra orologio, meteo e l'outfit suggerito.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04 · DEMO · SCHERMATA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Il guardaroba digitale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In cima trovo subito le metriche chiave del mio armadio.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731520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920240"/>
            <a:ext cx="36576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Cosa si vede: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N° capi attivi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Utilizzi totali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Quanti 'fantasma'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Cost-per-wear medio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Filtri per categoria,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colore, stato attivo/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ritirato + ricerca.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Tasto rapido 'indossato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oggi' sulla card.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04 · DEMO · SCHERMATE 2 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Cosa metto oggi? + Dashboard impatto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L'AI propone outfit basati sul meteo. La dashboard mostra l'impatto.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[ screenshot ]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04-today.png</a:t>
            </a:r>
          </a:p>
          <a:p>
            <a:pPr algn="ctr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Proposte outfit del giorno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[ screenshot ]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05-dashboard.png</a:t>
            </a:r>
          </a:p>
          <a:p>
            <a:pPr algn="ctr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Dashboard impatto sostenibilità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05 ·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Dove c'è l'intelligenza artificiale.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Sette punti del prodotto in cui un modello AI fa il lavoro al posto tuo.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📷  Riconosce il capo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Capisce da sola se è una
t-shirt blu o una giacca
marrone.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🎨  Estrae il colore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Trova il colore dominante
ignorando lo sfondo bianco.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Vision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👗  Suggerisce outfit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Combina i capi che hai
con meteo + regole estetiche.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Regole +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🛠️  Diagnostica la condizione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Capisce se un capo è nuovo,
buono, usurato o danneggiato.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Regole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✍️  Descrive il capo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Scrive una breve descrizione
del capo in italiano.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💬  Coach sostenibilità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Ti dà consigli personalizzati
sul tuo guardaroba.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📖  Tutorial riparazione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Crea istruzioni passo-passo
per riparare il difetto.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🪞  Prova virtuale (try-on)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Genera un'immagine di te
che indossi il capo.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89120"/>
            <a:ext cx="112471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Due tipi di AI, due ruoli ben distinti: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6DDC"/>
                </a:solidFill>
                <a:latin typeface="Calibri"/>
              </a:rPr>
              <a:t>🟦  AI applicata  → riconoscere, classificare, dare suggerimenti basati su regole.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🟩  AI generativa  → produrre nuovi contenuti (testi, immagini) personalizzati per te.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7182"/>
                </a:solidFill>
                <a:latin typeface="Calibri"/>
              </a:rPr>
              <a:t>Questa distinzione era proprio quello che il corso ci chiedeva di dimostrare.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05B · LA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lavorano insieme i modelli 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Blu = pre-addestrato · Verde = addestrato da noi · Giallo = regole. Tre livelli collegati dai dati.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1D27"/>
                </a:solidFill>
                <a:latin typeface="Calibri"/>
              </a:rPr>
              <a:t>📷  PER OGNI CAPO · dalla foto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57600" cy="11430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Fashion-CLIP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4A6DDC"/>
                </a:solidFill>
                <a:latin typeface="Calibri"/>
              </a:rPr>
              <a:t>pre-addestrato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182"/>
                </a:solidFill>
                <a:latin typeface="Calibri"/>
              </a:rPr>
              <a:t>→ categoria + colore (+ embedding)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1920240"/>
            <a:ext cx="3657600" cy="114300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Rete stato + tutorial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2F8F6E"/>
                </a:solidFill>
                <a:latin typeface="Calibri"/>
              </a:rPr>
              <a:t>addestrata da noi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182"/>
                </a:solidFill>
                <a:latin typeface="Calibri"/>
              </a:rPr>
              <a:t>→ nuovo/usurato/danneggiato
→ tutorial di recupero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74736" y="1920240"/>
            <a:ext cx="36576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Tabella CO₂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C88B2E"/>
                </a:solidFill>
                <a:latin typeface="Calibri"/>
              </a:rPr>
              <a:t>Ellen MacArthur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182"/>
                </a:solidFill>
                <a:latin typeface="Calibri"/>
              </a:rPr>
              <a:t>→ impatto di produzione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1D27"/>
                </a:solidFill>
                <a:latin typeface="Calibri"/>
              </a:rPr>
              <a:t>✓  USO NEL TEMPO · un tap 'indossato oggi'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74720"/>
            <a:ext cx="3657600" cy="11430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Wear log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4A6DDC"/>
                </a:solidFill>
                <a:latin typeface="Calibri"/>
              </a:rPr>
              <a:t>conteggio utilizzi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182"/>
                </a:solidFill>
                <a:latin typeface="Calibri"/>
              </a:rPr>
              <a:t>→ quante volte l'hai indossato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3474720"/>
            <a:ext cx="36576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Cost-per-wear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C88B2E"/>
                </a:solidFill>
                <a:latin typeface="Calibri"/>
              </a:rPr>
              <a:t>calcolo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182"/>
                </a:solidFill>
                <a:latin typeface="Calibri"/>
              </a:rPr>
              <a:t>→ prezzo ÷ n. utilizzi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736" y="3474720"/>
            <a:ext cx="36576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Capi fantasma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C88B2E"/>
                </a:solidFill>
                <a:latin typeface="Calibri"/>
              </a:rPr>
              <a:t>regola soglia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182"/>
                </a:solidFill>
                <a:latin typeface="Calibri"/>
              </a:rPr>
              <a:t>→ mai indossati &gt; N giorni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548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1D27"/>
                </a:solidFill>
                <a:latin typeface="Calibri"/>
              </a:rPr>
              <a:t>🧩  TUTTO IL GUARDAROBA · sull'insieme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3657600" cy="11430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Outfit recommender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4A6DDC"/>
                </a:solidFill>
                <a:latin typeface="Calibri"/>
              </a:rPr>
              <a:t>regole + AI + 🌦 meteo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182"/>
                </a:solidFill>
                <a:latin typeface="Calibri"/>
              </a:rPr>
              <a:t>→ "cosa metto oggi?" · 3 proposte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5029200"/>
            <a:ext cx="3657600" cy="114300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Rete gap analysis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2F8F6E"/>
                </a:solidFill>
                <a:latin typeface="Calibri"/>
              </a:rPr>
              <a:t>addestrata da noi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182"/>
                </a:solidFill>
                <a:latin typeface="Calibri"/>
              </a:rPr>
              <a:t>→ vuoti: "manca una giacca"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74736" y="5029200"/>
            <a:ext cx="3657600" cy="114300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Somma impatti evitati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2F8F6E"/>
                </a:solidFill>
                <a:latin typeface="Calibri"/>
              </a:rPr>
              <a:t>azioni × % CO₂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182"/>
                </a:solidFill>
                <a:latin typeface="Calibri"/>
              </a:rPr>
              <a:t>→ CO₂ totale →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06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ho usato l'AI generativa per costruire il progetto.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Strumenti, prompt, confronto e (sì) allucinazioni incontrate.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STRUMENTI USATI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Claude (Anthropic)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Codice, design dell'architettura,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scrittura della documentazione.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Fashion-CLIP (HuggingFace)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Modello pre-addestrato che riconosce i capi.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Stable Diffusion (HuggingFace)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Modello generativo per il try-on virtuale.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python-pptx + Claude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Questa stessa presentazione è generata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automaticamente da uno script.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20574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CONFRONTO ALTERNATIVE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D27"/>
                </a:solidFill>
                <a:latin typeface="Calibri"/>
              </a:rPr>
              <a:t>Cloud (Claude, OpenAI) vs Locale (Ollama):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cloud = qualità superiore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locale = privacy + zero costi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D27"/>
                </a:solidFill>
                <a:latin typeface="Calibri"/>
              </a:rPr>
              <a:t>Fashion-CLIP vs CLIP generico: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il primo conosce 700k immagini di moda,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riconosce molto meglio i capi.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160520"/>
            <a:ext cx="5486400" cy="205740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C9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C94A5C"/>
                </a:solidFill>
                <a:latin typeface="Calibri"/>
              </a:rPr>
              <a:t>ALLUCINAZIONI INCONTRATE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• AI che propone materiali poco realistici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  per riparare una zip (es. colla termica)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• AI che inventa funzioni del linguaggio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  TypeScript non ancora disponibili</a:t>
            </a:r>
          </a:p>
          <a:p>
            <a:pPr algn="l">
              <a:spcAft>
                <a:spcPts val="2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Soluzione: verifica umana + fallback su una</a:t>
            </a:r>
          </a:p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base di tutorial 'sicuri' scritti a mano.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07A · ML APPLICATO — MODELLO PRE-ADDESTRATO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Riconoscere il capo (Fashion-CLIP)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Un modello vision già addestrato che adattiamo al nostro guardaroba.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MODELLO</a:t>
            </a:r>
          </a:p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Fashion-CLIP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Sviluppato da Patrick John Chia (2023), pre-addestrato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su 700.000 immagini di capi di abbigliamento.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2F8F6E"/>
                </a:solidFill>
                <a:latin typeface="Calibri"/>
              </a:rPr>
              <a:t>Open-source, gratuito, scaricabile da HuggingFace.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OBIETTIVO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Classificazione zero-shot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Una foto in ingresso → l'AI decide a quale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delle 14 categorie appartiene (t-shirt, jeans,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camicia, vestito, scarpe, …) e quanto è sicura.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2F8F6E"/>
                </a:solidFill>
                <a:latin typeface="Calibri"/>
              </a:rPr>
              <a:t>Non serve riaddestrare: le categorie le scelgo 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D27"/>
                </a:solidFill>
                <a:latin typeface="Calibri"/>
              </a:rPr>
              <a:t>Il flusso, semplificato: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📷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Foto del capo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2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🧠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Fashion-CLIP la 'guarda'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064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🏷️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Restituisce: categoria,
colore, confidenza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496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💾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Salvo nel guardaroba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07B · ML APPLICATO — CODICE PYTHON IN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Tre modelli addestrati da noi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ml/notebooks/closetai_ml.ipynb: classificazione + regressione + clustering.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🎯  Classificazione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Predire se un capo diventerà 'fantasma'.
Modello: Logistic Regression
Es.: 'Attenzione, hai già 3
cappotti acquistati a maggio.'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AUC ≈ 0,80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📈  Regressione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Stimare gli utilizzi nei prossimi
90 giorni.
Modello: Random Forest
Es.: 'Questo capo verrà indossato
~6 volte → cost-per-wear € 5,80'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MAE ≈ 2-3 utilizzi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🧩  Clustering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Raggruppare i capi in 'stili'
senza etichette.
Modello: K-Means (K=5) + PCA
Es.: 'cluster casual estivo',
'occasioni formali'.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Silhouette ≈ 0,30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669280"/>
            <a:ext cx="11247120" cy="6400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1A1D27"/>
                </a:solidFill>
                <a:latin typeface="Calibri"/>
              </a:rPr>
              <a:t>Tutto su dati realistici sintetici (300 capi). Per il prodotto reale, basta sostituirli col wear log dell'utente.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08 · L'IMPATTO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Analisi di sostenibilità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Ogni azione viene tradotta in CO₂ risparmiata, con equivalenze concrete.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4572000" cy="42976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spcAft>
                <a:spcPts val="1200"/>
              </a:spcAft>
            </a:pPr>
            <a:r>
              <a:rPr sz="1100" b="1" i="0">
                <a:solidFill>
                  <a:srgbClr val="2F8F6E"/>
                </a:solidFill>
                <a:latin typeface="Calibri"/>
              </a:rPr>
              <a:t>ESEMPIO DI DEMO</a:t>
            </a:r>
          </a:p>
          <a:p>
            <a:pPr algn="ctr">
              <a:spcAft>
                <a:spcPts val="400"/>
              </a:spcAft>
            </a:pPr>
            <a:r>
              <a:rPr sz="7200" b="1" i="0">
                <a:solidFill>
                  <a:srgbClr val="2F8F6E"/>
                </a:solidFill>
                <a:latin typeface="Calibri"/>
              </a:rPr>
              <a:t>65 kg</a:t>
            </a:r>
          </a:p>
          <a:p>
            <a:pPr algn="ctr">
              <a:spcAft>
                <a:spcPts val="2000"/>
              </a:spcAft>
            </a:pPr>
            <a:r>
              <a:rPr sz="1800" b="0" i="0">
                <a:solidFill>
                  <a:srgbClr val="1A1D27"/>
                </a:solidFill>
                <a:latin typeface="Calibri"/>
              </a:rPr>
              <a:t>di CO₂ evitati</a:t>
            </a:r>
          </a:p>
          <a:p>
            <a:pPr algn="ctr">
              <a:spcAft>
                <a:spcPts val="10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equivalente a: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360 km in auto risparmiati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8 m² di foresta /anno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0,8 voli Pisa-Roma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920240"/>
            <a:ext cx="64008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COME LO MISURIAMO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Per ogni capo, conosciamo la sua impronta CO₂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di produzione (fonte: Ellen MacArthur Foundation):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T-shirt:  7 kg     • Jeans:    32 kg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Camicia: 10 kg     • Giacca:   25 kg</a:t>
            </a:r>
          </a:p>
          <a:p>
            <a:pPr algn="l">
              <a:spcAft>
                <a:spcPts val="16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Maglione: 14 kg    • Cappotto: 40 kg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Per ogni azione circolare, una % evitata: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• Donare / scambiare / vendere → 100%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• Riparare → 70%   • Riciclare → 30%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6B7182"/>
                </a:solidFill>
                <a:latin typeface="Calibri"/>
              </a:rPr>
              <a:t>Es. donare una giacca = 25 kg risparmiati.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09 · COSTI, MATERIALI, SCALABILITÀ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Studio di fattibilità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Si può davvero portare un prodotto del genere sul mercato?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6DDC"/>
                </a:solidFill>
                <a:latin typeface="Calibri"/>
              </a:rPr>
              <a:t>💰 Costi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Hardware: laptop + telefono.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Modelli AI: tutti gratuiti / open-source.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Cloud opzionale: ~€ 0,01 a utente/mese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(grazie al caching delle risposte).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Specchio smart: ~€ 200 una tantum.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F8F6E"/>
                </a:solidFill>
                <a:latin typeface="Calibri"/>
              </a:rPr>
              <a:t>🧱 Materiali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Tutto open-source (no licenze):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FastAPI, React, Fashion-CLIP,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Stable Diffusion, ChromaDB.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Ne consegue piena trasparenza,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audit possibile, no lock-in vendor.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C88B2E"/>
                </a:solidFill>
                <a:latin typeface="Calibri"/>
              </a:rPr>
              <a:t>📈 Scalabilità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MVP: single-user, locale.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Cloud per multi-utente (Postgres+S3).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AI on-device per privacy estrema.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Versione enterprise con marketplace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second-hand integrato.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10 · ONESTÀ INTELLETTUALE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Cosa il prototipo non fa (ancora).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E dove potrebbe andare in futuro.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57784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94A5C"/>
                </a:solidFill>
                <a:latin typeface="Calibri"/>
              </a:rPr>
              <a:t>Limitazioni di oggi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 modelli AI sono pensati per moda occidentale: meno precisi su capi etnici.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Le stime di CO₂ sono medie per categoria, non una vera analisi del ciclo di vita.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Il try-on virtuale è un'illusione visiva, non un vero camerino digitale.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Per ora è personale: non ci sono account né condivisione.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920240"/>
            <a:ext cx="557784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2F8F6E"/>
                </a:solidFill>
                <a:latin typeface="Calibri"/>
              </a:rPr>
              <a:t>Estensioni naturali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Riconoscere automaticamente l'outfit dalla foto di uno specchio.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Integrare marketplace second-hand (Vinted, Wallapop) per chiudere il cerchio della vendita.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Modalità famiglia / armadio condiviso.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Suggerimento pre-acquisto: 'questo capo riempie un vuoto del tuo guardaroba?'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F8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1A1D27"/>
                </a:solidFill>
                <a:latin typeface="Calibri"/>
              </a:rPr>
              <a:t>Grazie.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2F8F6E"/>
                </a:solidFill>
                <a:latin typeface="Calibri"/>
              </a:rPr>
              <a:t>Vesti meglio. Compra meno. Allunga la vita dei tuoi capi.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4A6DDC"/>
                </a:solidFill>
                <a:latin typeface="Calibri"/>
              </a:rPr>
              <a:t>Domande?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937760"/>
            <a:ext cx="1051560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Materiale di approfondimento (per chi vuole guardare):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Codice, documentazione e roadmap completi su questo repository.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Architettura, decisioni tecniche e analisi di impatto in docs/.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